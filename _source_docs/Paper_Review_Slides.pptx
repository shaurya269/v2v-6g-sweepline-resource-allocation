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novel approach for efficient resource allocation in 6G V2V networks</a:t>
            </a:r>
          </a:p>
          <a:p>
            <a:r>
              <a:t>using neighbor-aware greedy algorithm and sweep line model</a:t>
            </a:r>
          </a:p>
          <a:p>
            <a:r>
              <a:t>Authors: Spandana Mande, Nandhakumar Ramachandran</a:t>
            </a:r>
          </a:p>
          <a:p>
            <a:r>
              <a:t>Journal: Egyptian Informatics Journal,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V2V / V2X networks are critical for autonomous driving &amp; ITS.</a:t>
            </a:r>
          </a:p>
          <a:p>
            <a:r>
              <a:t>Challenges in 6G V2V: High mobility, Dense traffic, Low latency needs.</a:t>
            </a:r>
          </a:p>
          <a:p>
            <a:r>
              <a:t>Existing solutions (RSU-based, centralized allocation) cause delay, interference, and collisions.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allocate resources efficiently in 6G V2V?</a:t>
            </a:r>
          </a:p>
          <a:p>
            <a:r>
              <a:t>Goals: Reduce latency, Improve throughput &amp; QoS, Ensure secure communication.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NNAGbRD-V2V-SLM (Neighbor Node Associated Greedy + Sweep Line Model):</a:t>
            </a:r>
          </a:p>
          <a:p>
            <a:r>
              <a:t>1. Neighbor nodes help allocate resources.</a:t>
            </a:r>
          </a:p>
          <a:p>
            <a:r>
              <a:t>2. Greedy algorithm selects best resource quickly.</a:t>
            </a:r>
          </a:p>
          <a:p>
            <a:r>
              <a:t>3. Sweep line model optimizes allocation paths.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Full Resources (V2V-RD-FSR): Allocate when enough for all.</a:t>
            </a:r>
          </a:p>
          <a:p>
            <a:r>
              <a:t>2. Partial Resources (V2V-RD-PSR): Fair distribution when limited.</a:t>
            </a:r>
          </a:p>
          <a:p>
            <a:r>
              <a:t>3. Time-Sharing (V2V-RD-TS): Vehicles share resources by time slots.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Formula 1: Vehicle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VData[Vn] = (Σ Vlocv) / (π·δ(Vn)) + τ</a:t>
            </a:r>
          </a:p>
          <a:p>
            <a:r>
              <a:t>Registers vehicles in the network. δ(Vn)=vehicle count, τ=threshold.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Formula 2: Resource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Rmax[Rn] = maxR (Σ Ridr / Rmaxalloc)·β + Th</a:t>
            </a:r>
          </a:p>
          <a:p>
            <a:r>
              <a:t>Maximum vehicles a resource can support. β=allocation range, Th=threshold.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Formula 3: Registration with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μ(VData(N)) = (Σ(Vlocr+λr)) / (D(γ)² + N·log(1+δ(Vn)/max(τ)))</a:t>
            </a:r>
          </a:p>
          <a:p>
            <a:r>
              <a:t>Registers vehicles/resources with distance + subband 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Formula 4: Neighbor Node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NeiVN(Vr|Vlocr) = [Σγv + ΣVv2v·ω(Vr+Vr+1)]/(Σ(minγ-maxγ)) + (μ/2)·max(R)</a:t>
            </a:r>
          </a:p>
          <a:p>
            <a:r>
              <a:t>Selects nearest neighbor vehicle for distributed allocation.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Formula 5: V2V 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Link(ω) = Σ Σ max(Vr·Rv + L(v,min(D(v+1))))</a:t>
            </a:r>
          </a:p>
          <a:p>
            <a:r>
              <a:t>Establishes V2V communication links for sharing resources.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Formula 6: Resource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Ralloc[Vn] = Π (Σ Rset + min(D(v,v+1))) / H(Cset)</a:t>
            </a:r>
          </a:p>
          <a:p>
            <a:r>
              <a:t>Assigns resource blocks dynamically. H(Cset)=channel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Formula 7: Delay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ΔRset = δ(R)/2 [max(VTi)] + [Vlinki+1 - max(Vlink)M,Nei]</a:t>
            </a:r>
          </a:p>
          <a:p>
            <a:r>
              <a:t>Reduces latency during allocation.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Formula 8: Time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Ralloc[Vn] = Π (Σ(Rset + Vr·T(v))) / H(Cset)</a:t>
            </a:r>
          </a:p>
          <a:p>
            <a:r>
              <a:t>Allocates resources based on time slots when demand &gt; supply.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Sweep Line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Imaginary vertical line swept across vehicles.</a:t>
            </a:r>
          </a:p>
          <a:p>
            <a:r>
              <a:t>Detects intersections, nearest neighbors, conflicts.</a:t>
            </a:r>
          </a:p>
          <a:p>
            <a:r>
              <a:t>Reduces complexity to O(n log n).</a:t>
            </a:r>
          </a:p>
          <a:p>
            <a:r>
              <a:t>Optimizes resource distribution path.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Simulator: NS3 + SUMO</a:t>
            </a:r>
          </a:p>
          <a:p>
            <a:r>
              <a:t>Area: 200x200 m, Nodes: 20 vehicles</a:t>
            </a:r>
          </a:p>
          <a:p>
            <a:r>
              <a:t>Traffic: TCP, Protocol: AODV</a:t>
            </a:r>
          </a:p>
          <a:p>
            <a:r>
              <a:t>Metrics: Latency, Throughput, Packet Delivery Ratio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Neighbor node selection accuracy ↑</a:t>
            </a:r>
          </a:p>
          <a:p>
            <a:r>
              <a:t>Vehicle link establishment delay ↓</a:t>
            </a:r>
          </a:p>
          <a:p>
            <a:r>
              <a:t>Resource distribution accuracy ↑</a:t>
            </a:r>
          </a:p>
          <a:p>
            <a:r>
              <a:t>Sweep line reduces allocation time (O(n log n))</a:t>
            </a:r>
          </a:p>
          <a:p>
            <a:r>
              <a:t>Better than Greedy Cellular V2V Link Selection Algorithm.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NNAGbRD-V2V-SLM improves latency &amp; resource allocation.</a:t>
            </a:r>
          </a:p>
          <a:p>
            <a:r>
              <a:t>Efficient neighbor node use, not only RSUs.</a:t>
            </a:r>
          </a:p>
          <a:p>
            <a:r>
              <a:t>Handles full, partial, and time-shared resources.</a:t>
            </a:r>
          </a:p>
          <a:p>
            <a:r>
              <a:t>Future: Extend to ultra-dense mobility scenarios.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